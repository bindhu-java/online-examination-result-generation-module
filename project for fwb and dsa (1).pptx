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6" r:id="rId13"/>
    <p:sldId id="340" r:id="rId14"/>
    <p:sldId id="347" r:id="rId15"/>
    <p:sldId id="348" r:id="rId16"/>
    <p:sldId id="33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 varScale="1">
        <p:scale>
          <a:sx n="92" d="100"/>
          <a:sy n="92" d="100"/>
        </p:scale>
        <p:origin x="8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08-03-2026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08-03-2026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08-03-2026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08-03-2026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Use 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2520030077_CSE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</a:t>
            </a:r>
            <a:r>
              <a:rPr lang="en-IN" sz="2400" dirty="0"/>
              <a:t>Online Examination Result Generation Module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err="1"/>
              <a:t>Penneti</a:t>
            </a:r>
            <a:r>
              <a:rPr lang="en-US" sz="9600" dirty="0"/>
              <a:t> Bindhu Madhavi</a:t>
            </a:r>
          </a:p>
          <a:p>
            <a:pPr marL="0" indent="0" algn="ctr">
              <a:buNone/>
            </a:pPr>
            <a:r>
              <a:rPr lang="en-US" sz="9600" dirty="0"/>
              <a:t>Student ID: 2520030077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 :1</a:t>
            </a:r>
          </a:p>
          <a:p>
            <a:pPr marL="0" indent="0" algn="ctr">
              <a:buNone/>
            </a:pPr>
            <a:r>
              <a:rPr lang="en-US" sz="11200" dirty="0"/>
              <a:t>Section: 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08-03-2026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err="1">
                <a:solidFill>
                  <a:srgbClr val="00B050"/>
                </a:solidFill>
              </a:rPr>
              <a:t>xxxxxxxx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26ADC-A003-E9C8-1142-6266C7D8CC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4584"/>
            <a:ext cx="845542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system for automated result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manual work in result preparation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student data and marks in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calculates total, percentage, and grades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secure login for admin and students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students to view results online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accuracy, transparency,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3F0BC9-77E7-7526-D44E-9B0B439BBE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4638"/>
            <a:ext cx="504817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Results prepared manually by staff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Marks calculated using paper or spreadsheets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Time-consuming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chance of human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Difficult to manage large student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Delay in publishing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Limited student access to results</a:t>
            </a: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70579F4-7472-C2A2-C82D-1A2900F8F4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4582"/>
            <a:ext cx="483177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Web-based result generation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Admin can enter and manage marks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 total and grade calculation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Students can check results online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Faster result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 database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Easy record updating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C9583F-41A5-7F7D-39F0-934A747DA1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874" y="3752942"/>
            <a:ext cx="489533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D6FCB-6AAA-E63C-0AE0-124491E620DB}"/>
              </a:ext>
            </a:extLst>
          </p:cNvPr>
          <p:cNvSpPr txBox="1"/>
          <p:nvPr/>
        </p:nvSpPr>
        <p:spPr>
          <a:xfrm>
            <a:off x="1371874" y="2460280"/>
            <a:ext cx="671641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Presentation Layer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User interface for students and administrators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login page and result display page</a:t>
            </a:r>
          </a:p>
          <a:p>
            <a:pPr lvl="1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Application Layer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Handles result processing and business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Performs marks calculation and grade evaluation</a:t>
            </a:r>
          </a:p>
          <a:p>
            <a:pPr lvl="1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Database Layer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Stores student details and subject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Maintains marks and result records</a:t>
            </a:r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870" y="1458767"/>
            <a:ext cx="10515600" cy="4351338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Student Module</a:t>
            </a:r>
            <a:endParaRPr lang="en-IN" dirty="0"/>
          </a:p>
          <a:p>
            <a:r>
              <a:rPr lang="en-IN" dirty="0"/>
              <a:t>Login authentication</a:t>
            </a:r>
          </a:p>
          <a:p>
            <a:r>
              <a:rPr lang="en-IN" dirty="0"/>
              <a:t>View examination results</a:t>
            </a:r>
          </a:p>
          <a:p>
            <a:r>
              <a:rPr lang="en-IN" dirty="0"/>
              <a:t>Check subject-wise marks</a:t>
            </a:r>
          </a:p>
          <a:p>
            <a:r>
              <a:rPr lang="en-IN" b="1" dirty="0"/>
              <a:t>Admin Module</a:t>
            </a:r>
            <a:endParaRPr lang="en-IN" dirty="0"/>
          </a:p>
          <a:p>
            <a:r>
              <a:rPr lang="en-IN" dirty="0"/>
              <a:t>Admin login</a:t>
            </a:r>
          </a:p>
          <a:p>
            <a:r>
              <a:rPr lang="en-IN" dirty="0"/>
              <a:t>Enter and update marks</a:t>
            </a:r>
          </a:p>
          <a:p>
            <a:r>
              <a:rPr lang="en-IN" dirty="0"/>
              <a:t>Manage student records</a:t>
            </a:r>
          </a:p>
          <a:p>
            <a:r>
              <a:rPr lang="en-IN" b="1" dirty="0"/>
              <a:t>Result Processing Module</a:t>
            </a:r>
            <a:endParaRPr lang="en-IN" dirty="0"/>
          </a:p>
          <a:p>
            <a:r>
              <a:rPr lang="en-IN" dirty="0"/>
              <a:t>Calculate total marks</a:t>
            </a:r>
          </a:p>
          <a:p>
            <a:r>
              <a:rPr lang="en-IN" dirty="0"/>
              <a:t>Generate grades</a:t>
            </a:r>
          </a:p>
          <a:p>
            <a:r>
              <a:rPr lang="en-IN" dirty="0"/>
              <a:t>Determine pass/fail status</a:t>
            </a:r>
          </a:p>
          <a:p>
            <a:r>
              <a:rPr lang="en-IN" b="1" dirty="0"/>
              <a:t>Database Module</a:t>
            </a:r>
            <a:endParaRPr lang="en-IN" dirty="0"/>
          </a:p>
          <a:p>
            <a:r>
              <a:rPr lang="en-IN" dirty="0"/>
              <a:t>Store student details</a:t>
            </a:r>
          </a:p>
          <a:p>
            <a:r>
              <a:rPr lang="en-IN" dirty="0"/>
              <a:t>Store marks and results</a:t>
            </a:r>
          </a:p>
          <a:p>
            <a:r>
              <a:rPr lang="en-IN" dirty="0"/>
              <a:t>Maintain secure data storage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8BD2E3-F5FF-9BD1-EE4B-371CE80D5E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62358"/>
            <a:ext cx="663995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the examination result generation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time required for result preparation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Minimize errors in marks calculation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secure and reliable result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efficiency of academic administration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easy online access for students to check results</a:t>
            </a: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76BEA9-9E66-DBCD-E037-9D8363C653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08471"/>
            <a:ext cx="610455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CO1: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HTML and CSS basics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HTML forms and semantic tags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CO3: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JavaScript programming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DOM and interactive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complete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b="1" dirty="0"/>
              <a:t>            Co’s Attainments-DSA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511AF443-AF4C-BC2C-70D9-CE1AB3340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98" y="2170833"/>
            <a:ext cx="751609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CO1: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Analyze algorithms using Big-O notation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CO2: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Implement arrays and linked lists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hash tables and Java collections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applications using data structures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programs using DSA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stacks and queues in applications</a:t>
            </a:r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8550D-1730-34EA-8ABA-9BB036DE2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  <a:tabLst>
                <a:tab pos="228600" algn="l"/>
                <a:tab pos="228600" algn="l"/>
                <a:tab pos="282575" algn="l"/>
                <a:tab pos="339725" algn="l"/>
              </a:tabLs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FD146F-7B85-4FAD-B3A7-9F88909B3A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53124"/>
            <a:ext cx="7439024" cy="3496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Automates the examination result generation process</a:t>
            </a:r>
          </a:p>
          <a:p>
            <a:r>
              <a:rPr lang="en-US" sz="2400" dirty="0"/>
              <a:t>Reduces manual effort and calculation errors</a:t>
            </a:r>
          </a:p>
          <a:p>
            <a:r>
              <a:rPr lang="en-US" sz="2400" dirty="0"/>
              <a:t>Provides fast and accurate result processing</a:t>
            </a:r>
          </a:p>
          <a:p>
            <a:r>
              <a:rPr lang="en-US" sz="2400" dirty="0"/>
              <a:t>Ensures secure storage of student data</a:t>
            </a:r>
          </a:p>
          <a:p>
            <a:r>
              <a:rPr lang="en-US" sz="2400" dirty="0"/>
              <a:t>Allows students to easily view results online</a:t>
            </a:r>
          </a:p>
          <a:p>
            <a:r>
              <a:rPr lang="en-US" sz="2400" dirty="0"/>
              <a:t>Improves efficiency in academic result management</a:t>
            </a:r>
          </a:p>
          <a:p>
            <a:r>
              <a:rPr lang="en-US" sz="2400" dirty="0"/>
              <a:t>Helps administrators manage student records effectively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83DFD-4145-46B6-BA5B-4C9D68B54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  <a:tabLst>
                <a:tab pos="228600" algn="l"/>
                <a:tab pos="228600" algn="l"/>
                <a:tab pos="282575" algn="l"/>
                <a:tab pos="339725" algn="l"/>
              </a:tabLs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3738</TotalTime>
  <Words>672</Words>
  <Application>Microsoft Office PowerPoint</Application>
  <PresentationFormat>Widescreen</PresentationFormat>
  <Paragraphs>201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Google Sans</vt:lpstr>
      <vt:lpstr>Office Theme</vt:lpstr>
      <vt:lpstr>Custom Design</vt:lpstr>
      <vt:lpstr>INSTRUCTIONS</vt:lpstr>
      <vt:lpstr>Title:Online Examination Result Generation Module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            Co’s Attainments-DSA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Bindhu Madhavi P</cp:lastModifiedBy>
  <cp:revision>53</cp:revision>
  <dcterms:created xsi:type="dcterms:W3CDTF">2022-05-20T10:20:31Z</dcterms:created>
  <dcterms:modified xsi:type="dcterms:W3CDTF">2026-03-08T03:38:54Z</dcterms:modified>
</cp:coreProperties>
</file>